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552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8844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751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147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074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3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650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735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1035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1830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122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4692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905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7219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1317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0122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02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DC8A865-D7D5-4A69-A72C-7964E7DB977C}" type="datetimeFigureOut">
              <a:rPr lang="fr-FR" smtClean="0"/>
              <a:t>21/12/2025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8AED8-EA7F-41E1-9308-29F1EB65B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316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67645" y="1970202"/>
            <a:ext cx="12075736" cy="1414021"/>
          </a:xfrm>
        </p:spPr>
        <p:txBody>
          <a:bodyPr/>
          <a:lstStyle/>
          <a:p>
            <a:r>
              <a:rPr lang="fr-FR" dirty="0"/>
              <a:t>Système de Réservation d'Hôtels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67645" y="5418403"/>
            <a:ext cx="8825658" cy="861420"/>
          </a:xfrm>
        </p:spPr>
        <p:txBody>
          <a:bodyPr/>
          <a:lstStyle/>
          <a:p>
            <a:r>
              <a:rPr lang="fr-FR" dirty="0" err="1" smtClean="0"/>
              <a:t>Ilyas</a:t>
            </a:r>
            <a:r>
              <a:rPr lang="fr-FR" dirty="0" smtClean="0"/>
              <a:t> Ait </a:t>
            </a:r>
            <a:r>
              <a:rPr lang="fr-FR" dirty="0" err="1" smtClean="0"/>
              <a:t>maina</a:t>
            </a:r>
            <a:r>
              <a:rPr lang="fr-FR" dirty="0" smtClean="0"/>
              <a:t> – RACHID YASSER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657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Contexte &amp; </a:t>
            </a:r>
            <a:r>
              <a:rPr lang="fr-FR" dirty="0" smtClean="0">
                <a:solidFill>
                  <a:srgbClr val="FF0000"/>
                </a:solidFill>
              </a:rPr>
              <a:t>Objectifs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-</a:t>
            </a:r>
            <a:r>
              <a:rPr lang="fr-FR" dirty="0" smtClean="0"/>
              <a:t> </a:t>
            </a:r>
            <a:r>
              <a:rPr lang="fr-FR" dirty="0"/>
              <a:t>Créer une plateforme web de réservation d'hôtels 100% fonctionnelle</a:t>
            </a:r>
          </a:p>
          <a:p>
            <a:pPr marL="0" indent="0">
              <a:buNone/>
            </a:pPr>
            <a:r>
              <a:rPr lang="fr-FR" dirty="0" smtClean="0"/>
              <a:t>- </a:t>
            </a:r>
            <a:r>
              <a:rPr lang="fr-FR" dirty="0"/>
              <a:t>Implémenter un système d'authentification sécurisé avec rôles</a:t>
            </a:r>
          </a:p>
          <a:p>
            <a:pPr marL="0" indent="0">
              <a:buNone/>
            </a:pPr>
            <a:r>
              <a:rPr lang="fr-FR" dirty="0" smtClean="0"/>
              <a:t>- </a:t>
            </a:r>
            <a:r>
              <a:rPr lang="fr-FR" dirty="0"/>
              <a:t>Gérer les réservations avec calcul automatique des tarifs</a:t>
            </a:r>
          </a:p>
          <a:p>
            <a:pPr marL="0" indent="0">
              <a:buNone/>
            </a:pPr>
            <a:r>
              <a:rPr lang="fr-FR" dirty="0" smtClean="0"/>
              <a:t>- </a:t>
            </a:r>
            <a:r>
              <a:rPr lang="fr-FR" dirty="0"/>
              <a:t>Intégrer un paiement simulé simple et efficace</a:t>
            </a:r>
          </a:p>
          <a:p>
            <a:pPr marL="0" indent="0">
              <a:buNone/>
            </a:pPr>
            <a:r>
              <a:rPr lang="fr-FR" dirty="0" smtClean="0"/>
              <a:t>- </a:t>
            </a:r>
            <a:r>
              <a:rPr lang="fr-FR" dirty="0"/>
              <a:t>Générer automatiquement des factures PDF professionnelles</a:t>
            </a:r>
          </a:p>
          <a:p>
            <a:pPr marL="0" indent="0">
              <a:buNone/>
            </a:pPr>
            <a:r>
              <a:rPr lang="fr-FR" dirty="0" smtClean="0"/>
              <a:t>- </a:t>
            </a:r>
            <a:r>
              <a:rPr lang="fr-FR" dirty="0"/>
              <a:t>Créer un back-office administrateur complet</a:t>
            </a:r>
          </a:p>
          <a:p>
            <a:pPr marL="0" indent="0">
              <a:buNone/>
            </a:pPr>
            <a:r>
              <a:rPr lang="fr-FR" dirty="0" smtClean="0"/>
              <a:t>- </a:t>
            </a:r>
            <a:r>
              <a:rPr lang="fr-FR" dirty="0"/>
              <a:t>Assurer la sécurité des données et l'accès aux fichiers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0203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Architecture générale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Schéma MVC simple :</a:t>
            </a:r>
          </a:p>
          <a:p>
            <a:pPr lvl="1"/>
            <a:r>
              <a:rPr lang="fr-FR" dirty="0" err="1"/>
              <a:t>Models</a:t>
            </a:r>
            <a:r>
              <a:rPr lang="fr-FR" dirty="0"/>
              <a:t> : Utilisateur, Hôtel, Chambre, Réservation, Paiement, Facture</a:t>
            </a:r>
          </a:p>
          <a:p>
            <a:pPr lvl="1"/>
            <a:r>
              <a:rPr lang="fr-FR" dirty="0" err="1"/>
              <a:t>Views</a:t>
            </a:r>
            <a:r>
              <a:rPr lang="fr-FR" dirty="0"/>
              <a:t> : Pages client et admin</a:t>
            </a:r>
          </a:p>
          <a:p>
            <a:pPr lvl="1"/>
            <a:r>
              <a:rPr lang="fr-FR" dirty="0" err="1"/>
              <a:t>Controllers</a:t>
            </a:r>
            <a:r>
              <a:rPr lang="fr-FR" dirty="0"/>
              <a:t> : </a:t>
            </a:r>
            <a:r>
              <a:rPr lang="fr-FR" dirty="0" err="1"/>
              <a:t>AuthController</a:t>
            </a:r>
            <a:r>
              <a:rPr lang="fr-FR" dirty="0"/>
              <a:t>, </a:t>
            </a:r>
            <a:r>
              <a:rPr lang="fr-FR" dirty="0" err="1"/>
              <a:t>HotelController</a:t>
            </a:r>
            <a:r>
              <a:rPr lang="fr-FR" dirty="0"/>
              <a:t>, </a:t>
            </a:r>
            <a:r>
              <a:rPr lang="fr-FR" dirty="0" err="1"/>
              <a:t>ReservationController</a:t>
            </a:r>
            <a:r>
              <a:rPr lang="fr-FR" dirty="0"/>
              <a:t>, </a:t>
            </a:r>
            <a:r>
              <a:rPr lang="fr-FR" dirty="0" err="1"/>
              <a:t>PaiementController</a:t>
            </a:r>
            <a:r>
              <a:rPr lang="fr-FR" dirty="0"/>
              <a:t>, </a:t>
            </a:r>
            <a:r>
              <a:rPr lang="fr-FR" dirty="0" err="1"/>
              <a:t>AdminControllers</a:t>
            </a:r>
            <a:endParaRPr lang="fr-FR" dirty="0"/>
          </a:p>
          <a:p>
            <a:r>
              <a:rPr lang="fr-FR" dirty="0"/>
              <a:t>Utilisation de </a:t>
            </a:r>
            <a:r>
              <a:rPr lang="fr-FR" dirty="0" err="1"/>
              <a:t>Entity</a:t>
            </a:r>
            <a:r>
              <a:rPr lang="fr-FR" dirty="0"/>
              <a:t> Framework </a:t>
            </a:r>
            <a:r>
              <a:rPr lang="fr-FR" dirty="0" err="1"/>
              <a:t>Core</a:t>
            </a:r>
            <a:r>
              <a:rPr lang="fr-FR" dirty="0"/>
              <a:t> avec SQL Server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1615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Diagramme de Classe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5617" y="1216058"/>
            <a:ext cx="7760120" cy="537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2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 Diagramme de Cas d'Utilisation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9692" y="1234911"/>
            <a:ext cx="9068584" cy="541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50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93278"/>
          </a:xfrm>
        </p:spPr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Diagramme de </a:t>
            </a:r>
            <a:r>
              <a:rPr lang="fr-FR" dirty="0" smtClean="0">
                <a:solidFill>
                  <a:srgbClr val="FF0000"/>
                </a:solidFill>
              </a:rPr>
              <a:t>Séquence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5556" y="1282045"/>
            <a:ext cx="7513162" cy="532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67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Flux Client - Recherche &amp; Réservation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Visiteur recherche des hôtels</a:t>
            </a:r>
          </a:p>
          <a:p>
            <a:endParaRPr lang="fr-FR" dirty="0"/>
          </a:p>
          <a:p>
            <a:r>
              <a:rPr lang="fr-FR" dirty="0"/>
              <a:t>Voit les détails et les chambres</a:t>
            </a:r>
          </a:p>
          <a:p>
            <a:endParaRPr lang="fr-FR" dirty="0"/>
          </a:p>
          <a:p>
            <a:r>
              <a:rPr lang="fr-FR" dirty="0"/>
              <a:t>Crée une réservation (après connexion)</a:t>
            </a:r>
          </a:p>
          <a:p>
            <a:endParaRPr lang="fr-FR" dirty="0"/>
          </a:p>
          <a:p>
            <a:r>
              <a:rPr lang="fr-FR" dirty="0"/>
              <a:t>Calcul du nombre de nuits et du total</a:t>
            </a:r>
          </a:p>
          <a:p>
            <a:endParaRPr lang="fr-FR" dirty="0"/>
          </a:p>
          <a:p>
            <a:r>
              <a:rPr lang="fr-FR" dirty="0"/>
              <a:t>Redirection vers paiement</a:t>
            </a:r>
          </a:p>
        </p:txBody>
      </p:sp>
    </p:spTree>
    <p:extLst>
      <p:ext uri="{BB962C8B-B14F-4D97-AF65-F5344CB8AC3E}">
        <p14:creationId xmlns:p14="http://schemas.microsoft.com/office/powerpoint/2010/main" val="322565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Flux Client - Paiement Simulé &amp; PDF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/>
              <a:t>Client clique sur "Payer" → Action </a:t>
            </a:r>
            <a:r>
              <a:rPr lang="fr-FR" dirty="0" err="1"/>
              <a:t>Checkout</a:t>
            </a:r>
            <a:r>
              <a:rPr lang="fr-FR" dirty="0" smtClean="0"/>
              <a:t>()</a:t>
            </a:r>
            <a:endParaRPr lang="fr-FR" dirty="0"/>
          </a:p>
          <a:p>
            <a:r>
              <a:rPr lang="fr-FR" dirty="0"/>
              <a:t>Formulaire de </a:t>
            </a:r>
            <a:r>
              <a:rPr lang="fr-FR" dirty="0" smtClean="0"/>
              <a:t>confirmation</a:t>
            </a:r>
            <a:endParaRPr lang="fr-FR" dirty="0"/>
          </a:p>
          <a:p>
            <a:r>
              <a:rPr lang="fr-FR" dirty="0" err="1"/>
              <a:t>Submit</a:t>
            </a:r>
            <a:r>
              <a:rPr lang="fr-FR" dirty="0"/>
              <a:t> → Action Confirmer() crée le Paiement en base (Mode: "Simule", Statut: "</a:t>
            </a:r>
            <a:r>
              <a:rPr lang="fr-FR" dirty="0" err="1"/>
              <a:t>Succes</a:t>
            </a:r>
            <a:r>
              <a:rPr lang="fr-FR" dirty="0" smtClean="0"/>
              <a:t>")</a:t>
            </a:r>
            <a:endParaRPr lang="fr-FR" dirty="0"/>
          </a:p>
          <a:p>
            <a:r>
              <a:rPr lang="fr-FR" dirty="0"/>
              <a:t>Génération automatique du PDF via </a:t>
            </a:r>
            <a:r>
              <a:rPr lang="fr-FR" dirty="0" err="1" smtClean="0"/>
              <a:t>iTextSharp</a:t>
            </a:r>
            <a:endParaRPr lang="fr-FR" dirty="0"/>
          </a:p>
          <a:p>
            <a:r>
              <a:rPr lang="fr-FR" dirty="0"/>
              <a:t>Titre "FACTURE DE RÉSERVATION</a:t>
            </a:r>
            <a:r>
              <a:rPr lang="fr-FR" dirty="0" smtClean="0"/>
              <a:t>"</a:t>
            </a:r>
            <a:endParaRPr lang="fr-FR" dirty="0"/>
          </a:p>
          <a:p>
            <a:r>
              <a:rPr lang="fr-FR" dirty="0"/>
              <a:t>Infos client, hôtel, </a:t>
            </a:r>
            <a:r>
              <a:rPr lang="fr-FR" dirty="0" smtClean="0"/>
              <a:t>chambres</a:t>
            </a:r>
            <a:endParaRPr lang="fr-FR" dirty="0"/>
          </a:p>
          <a:p>
            <a:r>
              <a:rPr lang="fr-FR" dirty="0"/>
              <a:t>Tableau des lignes avec </a:t>
            </a:r>
            <a:r>
              <a:rPr lang="fr-FR" dirty="0" smtClean="0"/>
              <a:t>prix</a:t>
            </a:r>
            <a:endParaRPr lang="fr-FR" dirty="0"/>
          </a:p>
          <a:p>
            <a:r>
              <a:rPr lang="fr-FR" dirty="0"/>
              <a:t>Total en </a:t>
            </a:r>
            <a:r>
              <a:rPr lang="fr-FR" dirty="0" smtClean="0"/>
              <a:t>gras</a:t>
            </a:r>
            <a:endParaRPr lang="fr-FR" dirty="0"/>
          </a:p>
          <a:p>
            <a:r>
              <a:rPr lang="fr-FR" dirty="0" smtClean="0"/>
              <a:t>Infos </a:t>
            </a:r>
            <a:r>
              <a:rPr lang="fr-FR" dirty="0"/>
              <a:t>de </a:t>
            </a:r>
            <a:r>
              <a:rPr lang="fr-FR" dirty="0" smtClean="0"/>
              <a:t>paiement</a:t>
            </a:r>
            <a:endParaRPr lang="fr-FR" dirty="0"/>
          </a:p>
          <a:p>
            <a:r>
              <a:rPr lang="fr-FR" dirty="0"/>
              <a:t>Sauvegarde du chemin PDF dans la table </a:t>
            </a:r>
            <a:r>
              <a:rPr lang="fr-FR" dirty="0" smtClean="0"/>
              <a:t>Facture</a:t>
            </a:r>
            <a:endParaRPr lang="fr-FR" dirty="0"/>
          </a:p>
          <a:p>
            <a:r>
              <a:rPr lang="fr-FR" dirty="0"/>
              <a:t>Redirection vers page "</a:t>
            </a:r>
            <a:r>
              <a:rPr lang="fr-FR" dirty="0" err="1"/>
              <a:t>Success</a:t>
            </a:r>
            <a:r>
              <a:rPr lang="fr-FR" dirty="0"/>
              <a:t>" avec bouton "Télécharger la facture PDF"</a:t>
            </a:r>
          </a:p>
        </p:txBody>
      </p:sp>
    </p:spTree>
    <p:extLst>
      <p:ext uri="{BB962C8B-B14F-4D97-AF65-F5344CB8AC3E}">
        <p14:creationId xmlns:p14="http://schemas.microsoft.com/office/powerpoint/2010/main" val="10924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80156"/>
          </a:xfrm>
        </p:spPr>
        <p:txBody>
          <a:bodyPr/>
          <a:lstStyle/>
          <a:p>
            <a:r>
              <a:rPr lang="fr-FR" sz="2400" dirty="0">
                <a:solidFill>
                  <a:srgbClr val="FF0000"/>
                </a:solidFill>
              </a:rPr>
              <a:t>page de confirmation avant paiement, avec le récapitulatif complet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4786" y="1692992"/>
            <a:ext cx="8796048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73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solidFill>
                  <a:srgbClr val="FF0000"/>
                </a:solidFill>
              </a:rPr>
              <a:t>Après paiement, l'utilisateur arrive ici avec le bouton de téléchargement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0744" y="1853248"/>
            <a:ext cx="8860143" cy="457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17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Facture PDF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3880" y="1458750"/>
            <a:ext cx="8833918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59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Back-Office Admin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2" y="1536569"/>
            <a:ext cx="9963755" cy="477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76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Back-Office Admin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Area /Admin avec </a:t>
            </a:r>
            <a:r>
              <a:rPr lang="fr-FR" dirty="0" err="1"/>
              <a:t>layout</a:t>
            </a:r>
            <a:r>
              <a:rPr lang="fr-FR" dirty="0"/>
              <a:t> distinct</a:t>
            </a:r>
          </a:p>
          <a:p>
            <a:endParaRPr lang="fr-FR" dirty="0"/>
          </a:p>
          <a:p>
            <a:r>
              <a:rPr lang="fr-FR" dirty="0"/>
              <a:t>Dashboard : KPI (nombre d'hôtels, clients, chiffre d'affaires, réservations récentes)</a:t>
            </a:r>
          </a:p>
          <a:p>
            <a:endParaRPr lang="fr-FR" dirty="0"/>
          </a:p>
          <a:p>
            <a:r>
              <a:rPr lang="fr-FR" dirty="0"/>
              <a:t>CRUD Hôtels : </a:t>
            </a:r>
            <a:r>
              <a:rPr lang="fr-FR" dirty="0" err="1"/>
              <a:t>Create</a:t>
            </a:r>
            <a:r>
              <a:rPr lang="fr-FR" dirty="0"/>
              <a:t>, Read, Update, </a:t>
            </a:r>
            <a:r>
              <a:rPr lang="fr-FR" dirty="0" err="1"/>
              <a:t>Delete</a:t>
            </a:r>
            <a:r>
              <a:rPr lang="fr-FR" dirty="0"/>
              <a:t> avec gestion d'images</a:t>
            </a:r>
          </a:p>
          <a:p>
            <a:endParaRPr lang="fr-FR" dirty="0"/>
          </a:p>
          <a:p>
            <a:r>
              <a:rPr lang="fr-FR" dirty="0"/>
              <a:t>CRUD Chambres : Lié à chaque hôtel</a:t>
            </a:r>
          </a:p>
          <a:p>
            <a:endParaRPr lang="fr-FR" dirty="0"/>
          </a:p>
          <a:p>
            <a:r>
              <a:rPr lang="fr-FR" dirty="0"/>
              <a:t>Gestion Utilisateurs : Activation/Désactivation, changement de rôle</a:t>
            </a:r>
          </a:p>
          <a:p>
            <a:endParaRPr lang="fr-FR" dirty="0"/>
          </a:p>
          <a:p>
            <a:r>
              <a:rPr lang="fr-FR" dirty="0"/>
              <a:t>Consulter Réservations &amp; Paiements</a:t>
            </a:r>
          </a:p>
        </p:txBody>
      </p:sp>
    </p:spTree>
    <p:extLst>
      <p:ext uri="{BB962C8B-B14F-4D97-AF65-F5344CB8AC3E}">
        <p14:creationId xmlns:p14="http://schemas.microsoft.com/office/powerpoint/2010/main" val="3341032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Sécurité &amp; Rôles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Authentification : Cookie-</a:t>
            </a:r>
            <a:r>
              <a:rPr lang="fr-FR" dirty="0" err="1"/>
              <a:t>based</a:t>
            </a:r>
            <a:r>
              <a:rPr lang="fr-FR" dirty="0"/>
              <a:t> avec rôles "Client" et "Admin"</a:t>
            </a:r>
          </a:p>
          <a:p>
            <a:endParaRPr lang="fr-FR" dirty="0"/>
          </a:p>
          <a:p>
            <a:r>
              <a:rPr lang="fr-FR" dirty="0"/>
              <a:t>Autorisation : [</a:t>
            </a:r>
            <a:r>
              <a:rPr lang="fr-FR" dirty="0" err="1"/>
              <a:t>Authorize</a:t>
            </a:r>
            <a:r>
              <a:rPr lang="fr-FR" dirty="0"/>
              <a:t>(</a:t>
            </a:r>
            <a:r>
              <a:rPr lang="fr-FR" dirty="0" err="1"/>
              <a:t>Roles</a:t>
            </a:r>
            <a:r>
              <a:rPr lang="fr-FR" dirty="0"/>
              <a:t> = "Client")], [</a:t>
            </a:r>
            <a:r>
              <a:rPr lang="fr-FR" dirty="0" err="1"/>
              <a:t>Authorize</a:t>
            </a:r>
            <a:r>
              <a:rPr lang="fr-FR" dirty="0"/>
              <a:t>(</a:t>
            </a:r>
            <a:r>
              <a:rPr lang="fr-FR" dirty="0" err="1"/>
              <a:t>Roles</a:t>
            </a:r>
            <a:r>
              <a:rPr lang="fr-FR" dirty="0"/>
              <a:t> = "Admin")]</a:t>
            </a:r>
          </a:p>
          <a:p>
            <a:endParaRPr lang="fr-FR" dirty="0"/>
          </a:p>
          <a:p>
            <a:r>
              <a:rPr lang="fr-FR" dirty="0"/>
              <a:t>Vérification propriété : Un client ne peut voir que SES réservations/factures</a:t>
            </a:r>
          </a:p>
          <a:p>
            <a:endParaRPr lang="fr-FR" dirty="0"/>
          </a:p>
          <a:p>
            <a:r>
              <a:rPr lang="fr-FR" dirty="0" err="1"/>
              <a:t>Hashage</a:t>
            </a:r>
            <a:r>
              <a:rPr lang="fr-FR" dirty="0"/>
              <a:t> mot de passe : </a:t>
            </a:r>
            <a:r>
              <a:rPr lang="fr-FR" dirty="0" err="1"/>
              <a:t>BCrypt</a:t>
            </a:r>
            <a:r>
              <a:rPr lang="fr-FR" dirty="0"/>
              <a:t> ou ASP.NET </a:t>
            </a:r>
            <a:r>
              <a:rPr lang="fr-FR" dirty="0" err="1"/>
              <a:t>Identity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35594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349</Words>
  <Application>Microsoft Office PowerPoint</Application>
  <PresentationFormat>Grand écran</PresentationFormat>
  <Paragraphs>65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Système de Réservation d'Hôtels</vt:lpstr>
      <vt:lpstr>Contexte &amp; Objectifs</vt:lpstr>
      <vt:lpstr>Architecture générale</vt:lpstr>
      <vt:lpstr> Diagramme de Classe</vt:lpstr>
      <vt:lpstr> Diagramme de Cas d'Utilisation</vt:lpstr>
      <vt:lpstr>Diagramme de Séquence</vt:lpstr>
      <vt:lpstr> Flux Client - Recherche &amp; Réservation</vt:lpstr>
      <vt:lpstr> Flux Client - Paiement Simulé &amp; PDF</vt:lpstr>
      <vt:lpstr>page de confirmation avant paiement, avec le récapitulatif complet</vt:lpstr>
      <vt:lpstr>Après paiement, l'utilisateur arrive ici avec le bouton de téléchargement</vt:lpstr>
      <vt:lpstr>Facture PDF</vt:lpstr>
      <vt:lpstr>Back-Office Admin</vt:lpstr>
      <vt:lpstr>Back-Office Admin</vt:lpstr>
      <vt:lpstr> Sécurité &amp; Rôles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Réservation d'Hôtels</dc:title>
  <dc:creator>USER</dc:creator>
  <cp:lastModifiedBy>USER</cp:lastModifiedBy>
  <cp:revision>4</cp:revision>
  <dcterms:created xsi:type="dcterms:W3CDTF">2025-12-21T20:49:35Z</dcterms:created>
  <dcterms:modified xsi:type="dcterms:W3CDTF">2025-12-21T21:34:48Z</dcterms:modified>
</cp:coreProperties>
</file>